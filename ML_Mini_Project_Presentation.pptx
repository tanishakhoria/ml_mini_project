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A4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2A43"/>
                </a:solidFill>
                <a:latin typeface="+mn-lt"/>
              </a:rPr>
              <a:t>Test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ReLU MLP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5-class</c:v>
                </c:pt>
                <c:pt idx="1">
                  <c:v>Binary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78.5</c:v>
                </c:pt>
                <c:pt idx="1">
                  <c:v>81.900000000000006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13-4A49-BC63-6404390CC9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5-class</c:v>
                </c:pt>
                <c:pt idx="1">
                  <c:v>Binary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75.400000000000006</c:v>
                </c:pt>
                <c:pt idx="1">
                  <c:v>78.400000000000006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13-4A49-BC63-6404390CC9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6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99A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659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topic. One line: we reproduce the neural network from a Stanford CS229 report on NSL-KDD and compare it with a Random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Reference: 'Using Neural Network for Security Attacks Detection', CS229 Spring 2021. Their goal is detecting attacks, including previously unseen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class imbalance: only 52 U2R training records, yet 200 in test. And 17 unseen attack types, which is why test accuracy is far below train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Scaler is fit on training data only to avoid leakage. The 'other' class in the paper's setup represents attacks not seen during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forward pass: 122 inputs -&gt; sigmoid hidden layer of 500 -&gt; softmax over 24 classes. Stopping at 10 epochs is a deliberate choice in the paper because test accuracy stops improving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numbers sit slightly below the paper's. Possible reasons: library differences (scikit-learn SGD vs their implementation), initialisation scheme, exact label handling. We report this honestly rather than tuning to hit their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starts at 60% to make the gap readable - say so out loud. Fixed seed 42. 5-class macro-F1: MLP 0.567, RF 0.492.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confusion matrix: DoS and Probe are detected well (F1 0.89 and 0.78). R2L and U2R rows are mostly predicted as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stating the main takeaway: neural networks help, but detecting unseen attacks remains the open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script. First run trains for ~20 s, so run it once before the review so the model is cached.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Neural Networks for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Attack Detection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Reproducing a CS229 intrusion-detection network on NSL-KDD, with extensions</a:t>
            </a:r>
            <a:endParaRPr lang="en-US" sz="1600" dirty="0"/>
          </a:p>
        </p:txBody>
      </p:sp>
      <p:sp>
        <p:nvSpPr>
          <p:cNvPr id="4" name="Team"/>
          <p:cNvSpPr txBox="1"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UE24CS352A Machine Learning - Mini-Project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Tanisha </a:t>
            </a:r>
            <a:r>
              <a:rPr lang="en-US" sz="1300" dirty="0" err="1">
                <a:solidFill>
                  <a:schemeClr val="bg2"/>
                </a:solidFill>
              </a:rPr>
              <a:t>Khoria</a:t>
            </a:r>
            <a:r>
              <a:rPr lang="en-US" sz="1300" dirty="0">
                <a:solidFill>
                  <a:schemeClr val="bg2"/>
                </a:solidFill>
              </a:rPr>
              <a:t> (PES2UG24CS551)  | Sparsha Arun (PES2UG24CS513)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Problem: spot attacks in network traffic</a:t>
            </a:r>
            <a:endParaRPr lang="en-US" sz="2600" dirty="0"/>
          </a:p>
        </p:txBody>
      </p:sp>
      <p:sp>
        <p:nvSpPr>
          <p:cNvPr id="3" name="Why card"/>
          <p:cNvSpPr/>
          <p:nvPr/>
        </p:nvSpPr>
        <p:spPr>
          <a:xfrm>
            <a:off x="457200" y="1143000"/>
            <a:ext cx="39319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Systems and data are constant targets for attackers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Signature-based IDS miss new attack variants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Anomaly-based IDS catch more, but raise false alarms</a:t>
            </a:r>
            <a:endParaRPr lang="en-US" sz="1400" dirty="0"/>
          </a:p>
        </p:txBody>
      </p:sp>
      <p:sp>
        <p:nvSpPr>
          <p:cNvPr id="6" name="Task card"/>
          <p:cNvSpPr/>
          <p:nvPr/>
        </p:nvSpPr>
        <p:spPr>
          <a:xfrm>
            <a:off x="4754880" y="1143000"/>
            <a:ext cx="39319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Our task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373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Input: one connection record (41 features)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Output: normal, or which attack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Reproduce the paper's neural network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Extend: ReLU MLP vs Random Forest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Dataset: NSL-KDD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1234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Split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Normal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Probe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R2L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U2R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Train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67,343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45,927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11,656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52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Test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9,711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7,460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2,421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2,752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Facts card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1546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Train 125,973 / test 22,544 records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41 features: 3 categorical, rest numeric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duplicate records (fixed KDD'99)</a:t>
            </a:r>
            <a:endParaRPr lang="en-US" sz="1300" dirty="0"/>
          </a:p>
        </p:txBody>
      </p:sp>
      <p:sp>
        <p:nvSpPr>
          <p:cNvPr id="6" name="Challenge card"/>
          <p:cNvSpPr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The hard part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Test set holds 17 attack types never seen in training. R2L and U2R are rare in training but common in test.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Approach: one pipeline, two experiments</a:t>
            </a:r>
            <a:endParaRPr lang="en-US" sz="2600" dirty="0"/>
          </a:p>
        </p:txBody>
      </p:sp>
      <p:sp>
        <p:nvSpPr>
          <p:cNvPr id="3" name="Step 1"/>
          <p:cNvSpPr/>
          <p:nvPr/>
        </p:nvSpPr>
        <p:spPr>
          <a:xfrm>
            <a:off x="96012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Load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KDDTrain+ / KDDTest+</a:t>
            </a:r>
            <a:endParaRPr lang="en-US" sz="1200" dirty="0"/>
          </a:p>
        </p:txBody>
      </p:sp>
      <p:sp>
        <p:nvSpPr>
          <p:cNvPr id="7" name="Step 2"/>
          <p:cNvSpPr/>
          <p:nvPr/>
        </p:nvSpPr>
        <p:spPr>
          <a:xfrm>
            <a:off x="2624328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24328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121408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Encode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One-hot protocol, service, flag -&gt; 122 features</a:t>
            </a:r>
            <a:endParaRPr lang="en-US" sz="1200" dirty="0"/>
          </a:p>
        </p:txBody>
      </p:sp>
      <p:sp>
        <p:nvSpPr>
          <p:cNvPr id="11" name="Step 3"/>
          <p:cNvSpPr/>
          <p:nvPr/>
        </p:nvSpPr>
        <p:spPr>
          <a:xfrm>
            <a:off x="4288536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88536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Scale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Standardise (fit on train only)</a:t>
            </a:r>
            <a:endParaRPr lang="en-US" sz="1200" dirty="0"/>
          </a:p>
        </p:txBody>
      </p:sp>
      <p:sp>
        <p:nvSpPr>
          <p:cNvPr id="15" name="Step 4"/>
          <p:cNvSpPr/>
          <p:nvPr/>
        </p:nvSpPr>
        <p:spPr>
          <a:xfrm>
            <a:off x="5952744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52744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49824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Train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9824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Neural net + baselines</a:t>
            </a:r>
            <a:endParaRPr lang="en-US" sz="1200" dirty="0"/>
          </a:p>
        </p:txBody>
      </p:sp>
      <p:sp>
        <p:nvSpPr>
          <p:cNvPr id="19" name="Step 5"/>
          <p:cNvSpPr/>
          <p:nvPr/>
        </p:nvSpPr>
        <p:spPr>
          <a:xfrm>
            <a:off x="7616952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1695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Evaluate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Accuracy, F1, confusion matrix</a:t>
            </a:r>
            <a:endParaRPr lang="en-US" sz="1200" dirty="0"/>
          </a:p>
        </p:txBody>
      </p:sp>
      <p:sp>
        <p:nvSpPr>
          <p:cNvPr id="23" name="Part1 card"/>
          <p:cNvSpPr/>
          <p:nvPr/>
        </p:nvSpPr>
        <p:spPr>
          <a:xfrm>
            <a:off x="457200" y="3246120"/>
            <a:ext cx="39319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 1: paper reproduction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657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24 classes (normal + 22 known attacks + 'other'). Same network, same hyper-parameters. 10 seeds.</a:t>
            </a:r>
            <a:endParaRPr lang="en-US" sz="1200" dirty="0"/>
          </a:p>
        </p:txBody>
      </p:sp>
      <p:sp>
        <p:nvSpPr>
          <p:cNvPr id="26" name="Part2 card"/>
          <p:cNvSpPr/>
          <p:nvPr/>
        </p:nvSpPr>
        <p:spPr>
          <a:xfrm>
            <a:off x="4754880" y="3246120"/>
            <a:ext cx="39319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 2: extensions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3657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ReLU MLP vs Random Forest on 5-class (Normal/DoS/Probe/R2L/U2R) and binary tasks.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The paper's network: 122 - 500 - 24</a:t>
            </a:r>
            <a:endParaRPr lang="en-US" sz="2600" dirty="0"/>
          </a:p>
        </p:txBody>
      </p:sp>
      <p:sp>
        <p:nvSpPr>
          <p:cNvPr id="3" name="Input"/>
          <p:cNvSpPr/>
          <p:nvPr/>
        </p:nvSpPr>
        <p:spPr>
          <a:xfrm>
            <a:off x="548640" y="1371600"/>
            <a:ext cx="2103120" cy="13716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Input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122 features</a:t>
            </a:r>
            <a:endParaRPr lang="en-US" sz="1200" dirty="0"/>
          </a:p>
        </p:txBody>
      </p:sp>
      <p:sp>
        <p:nvSpPr>
          <p:cNvPr id="6" name="Hidden"/>
          <p:cNvSpPr/>
          <p:nvPr/>
        </p:nvSpPr>
        <p:spPr>
          <a:xfrm>
            <a:off x="3520440" y="1371600"/>
            <a:ext cx="21031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Hidden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500 units, sigmoid</a:t>
            </a:r>
            <a:endParaRPr lang="en-US" sz="1200" dirty="0"/>
          </a:p>
        </p:txBody>
      </p:sp>
      <p:sp>
        <p:nvSpPr>
          <p:cNvPr id="9" name="Output"/>
          <p:cNvSpPr/>
          <p:nvPr/>
        </p:nvSpPr>
        <p:spPr>
          <a:xfrm>
            <a:off x="6492240" y="1371600"/>
            <a:ext cx="21031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Output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24 units, softmax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057400"/>
            <a:ext cx="8686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23560" y="2057400"/>
            <a:ext cx="8686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raining card"/>
          <p:cNvSpPr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00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Training setup (as in the paper)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5204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Mini-batch gradient descent, learning rate 0.5, batch size 1000, 10 epochs, L2 regularisation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24 outputs = normal + 22 training attacks + 'other'; Normal/Abnormal verdict = output is normal or not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Paper warns results depend on random initialisation, so we repeat with 10 seeds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Reproduction: close to the paper</a:t>
            </a:r>
            <a:endParaRPr lang="en-US" sz="2600" dirty="0"/>
          </a:p>
        </p:txBody>
      </p:sp>
      <p:sp>
        <p:nvSpPr>
          <p:cNvPr id="3" name="Stat 68.6%"/>
          <p:cNvSpPr/>
          <p:nvPr/>
        </p:nvSpPr>
        <p:spPr>
          <a:xfrm>
            <a:off x="457200" y="114300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68.6%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24-class test accuracy (paper: ~70%)</a:t>
            </a:r>
            <a:endParaRPr lang="en-US" sz="1200" dirty="0"/>
          </a:p>
        </p:txBody>
      </p:sp>
      <p:sp>
        <p:nvSpPr>
          <p:cNvPr id="6" name="Stat 75.2%"/>
          <p:cNvSpPr/>
          <p:nvPr/>
        </p:nvSpPr>
        <p:spPr>
          <a:xfrm>
            <a:off x="3246120" y="114300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280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75.2%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Normal/Abnormal accuracy (paper: ~80%)</a:t>
            </a:r>
            <a:endParaRPr lang="en-US" sz="1200" dirty="0"/>
          </a:p>
        </p:txBody>
      </p:sp>
      <p:sp>
        <p:nvSpPr>
          <p:cNvPr id="9" name="Stat ~98%"/>
          <p:cNvSpPr/>
          <p:nvPr/>
        </p:nvSpPr>
        <p:spPr>
          <a:xfrm>
            <a:off x="6035040" y="114300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280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~98%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Train accuracy (paper: ~100%)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71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Mean over 10 seeds: 68.6% +/- 0.1 (24-class), 75.2% +/- 0.5 (Normal/Abnormal, range 74.3 - 76.3)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Big train/test gap: 17 test attacks are unseen, so the network cannot name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reproduced: the paper's occasional runs above 85% - we saw no such outliers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Extensions: MLP vs Random Forest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9377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indings card"/>
          <p:cNvSpPr/>
          <p:nvPr/>
        </p:nvSpPr>
        <p:spPr>
          <a:xfrm>
            <a:off x="5669280" y="1143000"/>
            <a:ext cx="301752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we see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64592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+3.1 pts (5-class), +3.5 pts (binary)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ReLU MLP: 122-128-64, Adam, early stopping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RF: 200 trees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Both weak on R2L / U2R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Where it fails: unseen and rare attacks</a:t>
            </a:r>
            <a:endParaRPr lang="en-US" sz="2600" dirty="0"/>
          </a:p>
        </p:txBody>
      </p:sp>
      <p:pic>
        <p:nvPicPr>
          <p:cNvPr id="3" name="Image 0" descr="Paper network train and test accuracy vs epo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754880" cy="19019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Paper network, accuracy per epoch (seed 0). Test accuracy creeps up to ~70% by epoch 50.</a:t>
            </a:r>
            <a:endParaRPr lang="en-US" sz="1100" dirty="0"/>
          </a:p>
        </p:txBody>
      </p:sp>
      <p:pic>
        <p:nvPicPr>
          <p:cNvPr id="5" name="Image 1" descr="ReLU MLP 5-class confusion matri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097280"/>
            <a:ext cx="3200400" cy="2560320"/>
          </a:xfrm>
          <a:prstGeom prst="rect">
            <a:avLst/>
          </a:prstGeom>
        </p:spPr>
      </p:pic>
      <p:sp>
        <p:nvSpPr>
          <p:cNvPr id="6" name="Insight card"/>
          <p:cNvSpPr/>
          <p:nvPr/>
        </p:nvSpPr>
        <p:spPr>
          <a:xfrm>
            <a:off x="457200" y="3657600"/>
            <a:ext cx="475488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3749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R2L / U2R recall is only ~10%: those attacks look like normal traffic, so Normal is over-predicted (recall 97%, precision 69%).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ReLU MLP confusion matrix (5-class)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Conclusions and next steps</a:t>
            </a:r>
            <a:endParaRPr lang="en-US" sz="2600" dirty="0"/>
          </a:p>
        </p:txBody>
      </p:sp>
      <p:sp>
        <p:nvSpPr>
          <p:cNvPr id="3" name="Conclusions card"/>
          <p:cNvSpPr/>
          <p:nvPr/>
        </p:nvSpPr>
        <p:spPr>
          <a:xfrm>
            <a:off x="457200" y="1143000"/>
            <a:ext cx="393192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Conclusions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Paper's network reproduced: 68.6% (24-class), 75.2% (Normal/Abnormal)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Neural net outperforms Random Forest on both tasks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Unseen and rare attacks cap accuracy near 80%</a:t>
            </a:r>
            <a:endParaRPr lang="en-US" sz="1400" dirty="0"/>
          </a:p>
        </p:txBody>
      </p:sp>
      <p:sp>
        <p:nvSpPr>
          <p:cNvPr id="6" name="Future card"/>
          <p:cNvSpPr/>
          <p:nvPr/>
        </p:nvSpPr>
        <p:spPr>
          <a:xfrm>
            <a:off x="4754880" y="1143000"/>
            <a:ext cx="393192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373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 weighting / oversampling for R2L and U2R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 selection to shrink 122 inputs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Newer data (e.g. CIC-IDS2017)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title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Demo command"/>
          <p:cNvSpPr txBox="1"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src/demo.py</a:t>
            </a:r>
            <a:endParaRPr lang="en-US" sz="2000" dirty="0"/>
          </a:p>
        </p:txBody>
      </p:sp>
      <p:sp>
        <p:nvSpPr>
          <p:cNvPr id="4" name="Demo text"/>
          <p:cNvSpPr txBox="1"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Classifies random test records: true label vs predicted, ALERT / ok verdict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Then: questions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urityML">
  <a:themeElements>
    <a:clrScheme name="SecurityML">
      <a:dk1>
        <a:srgbClr val="1F2937"/>
      </a:dk1>
      <a:lt1>
        <a:srgbClr val="FFFFFF"/>
      </a:lt1>
      <a:dk2>
        <a:srgbClr val="0F2A43"/>
      </a:dk2>
      <a:lt2>
        <a:srgbClr val="F3F6F9"/>
      </a:lt2>
      <a:accent1>
        <a:srgbClr val="0E9AA7"/>
      </a:accent1>
      <a:accent2>
        <a:srgbClr val="F4A259"/>
      </a:accent2>
      <a:accent3>
        <a:srgbClr val="E4572E"/>
      </a:accent3>
      <a:accent4>
        <a:srgbClr val="5B8E7D"/>
      </a:accent4>
      <a:accent5>
        <a:srgbClr val="8D99AE"/>
      </a:accent5>
      <a:accent6>
        <a:srgbClr val="3D5A80"/>
      </a:accent6>
      <a:hlink>
        <a:srgbClr val="0E9AA7"/>
      </a:hlink>
      <a:folHlink>
        <a:srgbClr val="8D99AE"/>
      </a:folHlink>
    </a:clrScheme>
    <a:fontScheme name="SecurityM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950</Words>
  <Application>Microsoft Office PowerPoint</Application>
  <PresentationFormat>On-screen Show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SecurityML</vt:lpstr>
      <vt:lpstr>PowerPoint Presentation</vt:lpstr>
      <vt:lpstr>Problem: spot attacks in network traffic</vt:lpstr>
      <vt:lpstr>Dataset: NSL-KDD</vt:lpstr>
      <vt:lpstr>Approach: one pipeline, two experiments</vt:lpstr>
      <vt:lpstr>The paper's network: 122 - 500 - 24</vt:lpstr>
      <vt:lpstr>Reproduction: close to the paper</vt:lpstr>
      <vt:lpstr>Extensions: MLP vs Random Forest</vt:lpstr>
      <vt:lpstr>Where it fails: unseen and rare attacks</vt:lpstr>
      <vt:lpstr>Conclusions and next steps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Neural Networks for Security Attack Detection</dc:title>
  <dc:subject>PptxGenJS Presentation</dc:subject>
  <dc:creator>PptxGenJS</dc:creator>
  <cp:lastModifiedBy>Sparsha Arun</cp:lastModifiedBy>
  <cp:revision>2</cp:revision>
  <dcterms:created xsi:type="dcterms:W3CDTF">2026-10-04T17:01:03Z</dcterms:created>
  <dcterms:modified xsi:type="dcterms:W3CDTF">2026-10-12T03:10:29Z</dcterms:modified>
</cp:coreProperties>
</file>